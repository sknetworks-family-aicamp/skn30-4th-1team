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7145b73bc48eb" /><Relationship Type="http://schemas.openxmlformats.org/officeDocument/2006/relationships/extended-properties" Target="/docProps/app.xml" Id="Rbd2c6951e24a4564" /><Relationship Type="http://schemas.openxmlformats.org/officeDocument/2006/relationships/officeDocument" Target="/ppt/presentation.xml" Id="R2edeea348a18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ddd018dcb4b4f"/>
  </p:sldMasterIdLst>
  <p:notesMasterIdLst>
    <p:notesMasterId xmlns:r="http://schemas.openxmlformats.org/officeDocument/2006/relationships" r:id="R9c6654c5d45a4063"/>
  </p:notesMasterIdLst>
  <p:sldIdLst>
    <p:sldId xmlns:r="http://schemas.openxmlformats.org/officeDocument/2006/relationships" id="256" r:id="R6d5f694f9b4b4278"/>
    <p:sldId xmlns:r="http://schemas.openxmlformats.org/officeDocument/2006/relationships" id="257" r:id="R09efa40c5e37437d"/>
    <p:sldId xmlns:r="http://schemas.openxmlformats.org/officeDocument/2006/relationships" id="258" r:id="R4a161c33da8a4881"/>
    <p:sldId xmlns:r="http://schemas.openxmlformats.org/officeDocument/2006/relationships" id="259" r:id="Ra547722606af4d53"/>
    <p:sldId xmlns:r="http://schemas.openxmlformats.org/officeDocument/2006/relationships" id="260" r:id="Rba54f96a1f9a427d"/>
    <p:sldId xmlns:r="http://schemas.openxmlformats.org/officeDocument/2006/relationships" id="261" r:id="Rf42a1a4b5fe94fd0"/>
    <p:sldId xmlns:r="http://schemas.openxmlformats.org/officeDocument/2006/relationships" id="262" r:id="Rdcba0530b8b04542"/>
    <p:sldId xmlns:r="http://schemas.openxmlformats.org/officeDocument/2006/relationships" id="263" r:id="R1858b57f9b724391"/>
    <p:sldId xmlns:r="http://schemas.openxmlformats.org/officeDocument/2006/relationships" id="264" r:id="Ra4e84b9b26764c07"/>
    <p:sldId xmlns:r="http://schemas.openxmlformats.org/officeDocument/2006/relationships" id="265" r:id="R9cc0a0a4f9ca4799"/>
    <p:sldId xmlns:r="http://schemas.openxmlformats.org/officeDocument/2006/relationships" id="266" r:id="R6e61d824690349fd"/>
    <p:sldId xmlns:r="http://schemas.openxmlformats.org/officeDocument/2006/relationships" id="267" r:id="Rb74e4d5a53f24be3"/>
    <p:sldId xmlns:r="http://schemas.openxmlformats.org/officeDocument/2006/relationships" id="268" r:id="R88b6a0ff976e4c2b"/>
    <p:sldId xmlns:r="http://schemas.openxmlformats.org/officeDocument/2006/relationships" id="269" r:id="Rb0382cf62c584f8b"/>
    <p:sldId xmlns:r="http://schemas.openxmlformats.org/officeDocument/2006/relationships" id="270" r:id="R62bfb01789ed4f01"/>
    <p:sldId xmlns:r="http://schemas.openxmlformats.org/officeDocument/2006/relationships" id="271" r:id="Rbf09fe8363c34368"/>
    <p:sldId xmlns:r="http://schemas.openxmlformats.org/officeDocument/2006/relationships" id="272" r:id="R5dc8f148f8a74cc8"/>
    <p:sldId xmlns:r="http://schemas.openxmlformats.org/officeDocument/2006/relationships" id="273" r:id="R5cfbc0ab128b40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6032fd64324c51" /><Relationship Type="http://schemas.openxmlformats.org/officeDocument/2006/relationships/slideMaster" Target="/ppt/slideMasters/slideMaster1.xml" Id="Rec3ddd018dcb4b4f" /><Relationship Type="http://schemas.openxmlformats.org/officeDocument/2006/relationships/notesMaster" Target="/ppt/notesMasters/notesMaster1.xml" Id="R9c6654c5d45a4063" /><Relationship Type="http://schemas.openxmlformats.org/officeDocument/2006/relationships/presProps" Target="/ppt/presProps.xml" Id="R7d20e1fd973c4640" /><Relationship Type="http://schemas.openxmlformats.org/officeDocument/2006/relationships/tableStyles" Target="/ppt/tableStyles.xml" Id="R48bcff8237c54c8e" /><Relationship Type="http://schemas.openxmlformats.org/officeDocument/2006/relationships/slide" Target="/ppt/slides/slide1.xml" Id="R6d5f694f9b4b4278" /><Relationship Type="http://schemas.openxmlformats.org/officeDocument/2006/relationships/slide" Target="/ppt/slides/slide2.xml" Id="R09efa40c5e37437d" /><Relationship Type="http://schemas.openxmlformats.org/officeDocument/2006/relationships/slide" Target="/ppt/slides/slide3.xml" Id="R4a161c33da8a4881" /><Relationship Type="http://schemas.openxmlformats.org/officeDocument/2006/relationships/slide" Target="/ppt/slides/slide4.xml" Id="Ra547722606af4d53" /><Relationship Type="http://schemas.openxmlformats.org/officeDocument/2006/relationships/slide" Target="/ppt/slides/slide5.xml" Id="Rba54f96a1f9a427d" /><Relationship Type="http://schemas.openxmlformats.org/officeDocument/2006/relationships/slide" Target="/ppt/slides/slide6.xml" Id="Rf42a1a4b5fe94fd0" /><Relationship Type="http://schemas.openxmlformats.org/officeDocument/2006/relationships/slide" Target="/ppt/slides/slide7.xml" Id="Rdcba0530b8b04542" /><Relationship Type="http://schemas.openxmlformats.org/officeDocument/2006/relationships/slide" Target="/ppt/slides/slide8.xml" Id="R1858b57f9b724391" /><Relationship Type="http://schemas.openxmlformats.org/officeDocument/2006/relationships/slide" Target="/ppt/slides/slide9.xml" Id="Ra4e84b9b26764c07" /><Relationship Type="http://schemas.openxmlformats.org/officeDocument/2006/relationships/slide" Target="/ppt/slides/slide10.xml" Id="R9cc0a0a4f9ca4799" /><Relationship Type="http://schemas.openxmlformats.org/officeDocument/2006/relationships/slide" Target="/ppt/slides/slide11.xml" Id="R6e61d824690349fd" /><Relationship Type="http://schemas.openxmlformats.org/officeDocument/2006/relationships/slide" Target="/ppt/slides/slide12.xml" Id="Rb74e4d5a53f24be3" /><Relationship Type="http://schemas.openxmlformats.org/officeDocument/2006/relationships/slide" Target="/ppt/slides/slide13.xml" Id="R88b6a0ff976e4c2b" /><Relationship Type="http://schemas.openxmlformats.org/officeDocument/2006/relationships/slide" Target="/ppt/slides/slide14.xml" Id="Rb0382cf62c584f8b" /><Relationship Type="http://schemas.openxmlformats.org/officeDocument/2006/relationships/slide" Target="/ppt/slides/slide15.xml" Id="R62bfb01789ed4f01" /><Relationship Type="http://schemas.openxmlformats.org/officeDocument/2006/relationships/slide" Target="/ppt/slides/slide16.xml" Id="Rbf09fe8363c34368" /><Relationship Type="http://schemas.openxmlformats.org/officeDocument/2006/relationships/slide" Target="/ppt/slides/slide17.xml" Id="R5dc8f148f8a74cc8" /><Relationship Type="http://schemas.openxmlformats.org/officeDocument/2006/relationships/slide" Target="/ppt/slides/slide18.xml" Id="R5cfbc0ab128b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4f2fa811e5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12cc5cafa24fee" /><Relationship Type="http://schemas.openxmlformats.org/officeDocument/2006/relationships/notesMaster" Target="/ppt/notesMasters/notesMaster1.xml" Id="R6208eee7bc0a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dd15f4d0e4c42" /><Relationship Type="http://schemas.openxmlformats.org/officeDocument/2006/relationships/notesMaster" Target="/ppt/notesMasters/notesMaster1.xml" Id="Rb212fc5f2dc74e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3cf6a692244550" /><Relationship Type="http://schemas.openxmlformats.org/officeDocument/2006/relationships/notesMaster" Target="/ppt/notesMasters/notesMaster1.xml" Id="R4c1990741186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08b4924ce4b98" /><Relationship Type="http://schemas.openxmlformats.org/officeDocument/2006/relationships/notesMaster" Target="/ppt/notesMasters/notesMaster1.xml" Id="R30d4b2596e024d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8207c044149d1" /><Relationship Type="http://schemas.openxmlformats.org/officeDocument/2006/relationships/notesMaster" Target="/ppt/notesMasters/notesMaster1.xml" Id="Rdd657762bad048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9895164534741" /><Relationship Type="http://schemas.openxmlformats.org/officeDocument/2006/relationships/notesMaster" Target="/ppt/notesMasters/notesMaster1.xml" Id="Rb094d73c03cb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c1af664504c97" /><Relationship Type="http://schemas.openxmlformats.org/officeDocument/2006/relationships/notesMaster" Target="/ppt/notesMasters/notesMaster1.xml" Id="Rdcd434d07d17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f64b5bb86d410c" /><Relationship Type="http://schemas.openxmlformats.org/officeDocument/2006/relationships/notesMaster" Target="/ppt/notesMasters/notesMaster1.xml" Id="Ra04dc5be73134c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66b26c29a404e" /><Relationship Type="http://schemas.openxmlformats.org/officeDocument/2006/relationships/notesMaster" Target="/ppt/notesMasters/notesMaster1.xml" Id="R71898bd343b649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f14195abb4ade" /><Relationship Type="http://schemas.openxmlformats.org/officeDocument/2006/relationships/notesMaster" Target="/ppt/notesMasters/notesMaster1.xml" Id="Rc4a52a4a93e348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a8c82751d64ec7" /><Relationship Type="http://schemas.openxmlformats.org/officeDocument/2006/relationships/notesMaster" Target="/ppt/notesMasters/notesMaster1.xml" Id="R5dcb1e3c52ba4a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26b9bc37d6498d" /><Relationship Type="http://schemas.openxmlformats.org/officeDocument/2006/relationships/notesMaster" Target="/ppt/notesMasters/notesMaster1.xml" Id="R92237d98ac3148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e9c8e21c44467a" /><Relationship Type="http://schemas.openxmlformats.org/officeDocument/2006/relationships/notesMaster" Target="/ppt/notesMasters/notesMaster1.xml" Id="R6c2d3130350a48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3b334531314215" /><Relationship Type="http://schemas.openxmlformats.org/officeDocument/2006/relationships/notesMaster" Target="/ppt/notesMasters/notesMaster1.xml" Id="Recfde188e81c40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971e964dba4674" /><Relationship Type="http://schemas.openxmlformats.org/officeDocument/2006/relationships/notesMaster" Target="/ppt/notesMasters/notesMaster1.xml" Id="R743203def3de42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0a3e54ef854b1c" /><Relationship Type="http://schemas.openxmlformats.org/officeDocument/2006/relationships/notesMaster" Target="/ppt/notesMasters/notesMaster1.xml" Id="Rf559bc918ee440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bdf50f35eb47af" /><Relationship Type="http://schemas.openxmlformats.org/officeDocument/2006/relationships/notesMaster" Target="/ppt/notesMasters/notesMaster1.xml" Id="R02a050d77bf74d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78e3ed28f644e8" /><Relationship Type="http://schemas.openxmlformats.org/officeDocument/2006/relationships/notesMaster" Target="/ppt/notesMasters/notesMaster1.xml" Id="R36a76be8d72d48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Baseline: official PaiM desktop v1.0.6 macOS release, captured against https://paim-dev.duckdns.org on 2026-07-30.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https://www.law.go.kr/LSW/flDownload.do?bylClsCd=200201&amp;flNm=%5B%EB%B3%84%ED%91%9C+2%5D+%ED%99%98%EA%B2%BD%EB%B6%80+%EC%A0%95%EB%B3%B4%ED%99%94%EC%82%AC%EC%97%85+%ED%91%9C%EC%A4%80%EC%82%B0%EC%B6%9C%EB%AC%BC&amp;flSeq=139342345</a:t>
            </a:r>
          </a:p>
          <a:p xmlns:a="http://schemas.openxmlformats.org/drawingml/2006/main">
            <a:r>
              <a:t>- https://brunch.co.kr/@kiwon4321/29</a:t>
            </a:r>
          </a:p>
          <a:p xmlns:a="http://schemas.openxmlformats.org/drawingml/2006/main">
            <a:r>
              <a:t>- https://brunch.co.kr/@mojuns/10</a:t>
            </a:r>
          </a:p>
          <a:p xmlns:a="http://schemas.openxmlformats.org/drawingml/2006/main">
            <a:r>
              <a:t>- https://www.krds.go.kr/html/site/utility/utility_07.html</a:t>
            </a:r>
          </a:p>
          <a:p xmlns:a="http://schemas.openxmlformats.org/drawingml/2006/main">
            <a:r>
              <a:t>- https://www.g2b.go.kr/pn/pnp/pnpe/UntyAtchFile/downloadFile.do?bidPbancNo=R26BK01502251&amp;bidPbancOrd=000&amp;fileSeq=4&amp;fileType=&amp;prcmBsneSeCd=03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basis: desktop/src/workspaceRoute.ts and current screen components.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basis: PaiM workspace route and setup/chat transitions.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https://www.krds.go.kr/html/site/utility/utility_07.html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layout contract: desktop/design.md.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https://www.krds.go.kr/html/site/utility/utility_07.html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desktop/src/AuthScreen.tsx and desktop/src/auth.ts.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project setup flow in desktop/src/App.tsx and design-qa.md.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desktop/src/App.tsx.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no transcription upload was started. Behavior basis: desktop/src/AudioUploadDialog.tsx, desktop/src/stt.ts, and current STT contract tests.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desktop/src/ProjectMemoryPanel.tsx.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GitHub connection was not initiated. Behavior basis: desktop/src/GithubPanel.tsx.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desktop/src/ProjectManagementPage.tsx and desktop/src/workspaceRoute.ts.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UI capture: official PaiM desktop v1.0.6 macOS release connected to https://paim-dev.duckdns.org on 2026-07-30; behavior basis: desktop/src/settings.ts and settings/profile rendering in desktop/src/App.tsx.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basis: current PaiM loading, empty, error, permission, delayed, and destructive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https://www.krds.go.kr/html/site/utility/utility_07.html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basis: PaiM route and component inventory as of 2026-07-30.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3aafc140640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8fafad2b14b48" /><Relationship Type="http://schemas.openxmlformats.org/officeDocument/2006/relationships/slideLayout" Target="/ppt/slideLayouts/slideLayout1.xml" Id="R4b29b7a49ce5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29b7a49ce5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56cba1974946" /><Relationship Type="http://schemas.openxmlformats.org/officeDocument/2006/relationships/notesSlide" Target="/ppt/notesSlides/notesSlide1.xml" Id="R1fe94b78945c4b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13c5e3a3a44cc" /><Relationship Type="http://schemas.openxmlformats.org/officeDocument/2006/relationships/notesSlide" Target="/ppt/notesSlides/notesSlide2.xml" Id="Rda9783704707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cadcb3ff481b" /><Relationship Type="http://schemas.openxmlformats.org/officeDocument/2006/relationships/notesSlide" Target="/ppt/notesSlides/notesSlide3.xml" Id="R202d106292eb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b913e58c84784" /><Relationship Type="http://schemas.openxmlformats.org/officeDocument/2006/relationships/notesSlide" Target="/ppt/notesSlides/notesSlide4.xml" Id="Re86aa93e963b4d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4aa70eb904ace" /><Relationship Type="http://schemas.openxmlformats.org/officeDocument/2006/relationships/image" Target="/ppt/media/image.jpeg" Id="R84002c9514044dc8" /><Relationship Type="http://schemas.openxmlformats.org/officeDocument/2006/relationships/notesSlide" Target="/ppt/notesSlides/notesSlide5.xml" Id="Rf810c48e8b5f44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a90e5c9214bd3" /><Relationship Type="http://schemas.openxmlformats.org/officeDocument/2006/relationships/image" Target="/ppt/media/image2.jpeg" Id="R239f379127794243" /><Relationship Type="http://schemas.openxmlformats.org/officeDocument/2006/relationships/notesSlide" Target="/ppt/notesSlides/notesSlide6.xml" Id="Rbb3ebf1c8f6f49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4e1b7f85f4003" /><Relationship Type="http://schemas.openxmlformats.org/officeDocument/2006/relationships/image" Target="/ppt/media/image3.jpeg" Id="R334f852d57994700" /><Relationship Type="http://schemas.openxmlformats.org/officeDocument/2006/relationships/notesSlide" Target="/ppt/notesSlides/notesSlide7.xml" Id="R166e80f787d249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297f5515b4760" /><Relationship Type="http://schemas.openxmlformats.org/officeDocument/2006/relationships/image" Target="/ppt/media/image4.jpeg" Id="Rea910ad23f544ba6" /><Relationship Type="http://schemas.openxmlformats.org/officeDocument/2006/relationships/notesSlide" Target="/ppt/notesSlides/notesSlide8.xml" Id="Rc63500f3eda043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d944b8f7d4360" /><Relationship Type="http://schemas.openxmlformats.org/officeDocument/2006/relationships/image" Target="/ppt/media/image5.jpeg" Id="R8da8bade3c574c09" /><Relationship Type="http://schemas.openxmlformats.org/officeDocument/2006/relationships/notesSlide" Target="/ppt/notesSlides/notesSlide9.xml" Id="Rcdbbd66fc0c54d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e8b8202824e3a" /><Relationship Type="http://schemas.openxmlformats.org/officeDocument/2006/relationships/image" Target="/ppt/media/image6.jpeg" Id="Rd2ecab9ce4c74fbc" /><Relationship Type="http://schemas.openxmlformats.org/officeDocument/2006/relationships/notesSlide" Target="/ppt/notesSlides/notesSlide10.xml" Id="R73c0bd0f1d0f42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85a953a224c92" /><Relationship Type="http://schemas.openxmlformats.org/officeDocument/2006/relationships/image" Target="/ppt/media/image7.jpeg" Id="Rbb6e37972bec4006" /><Relationship Type="http://schemas.openxmlformats.org/officeDocument/2006/relationships/notesSlide" Target="/ppt/notesSlides/notesSlide11.xml" Id="R9a6ac8a70d3749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b91f08444103" /><Relationship Type="http://schemas.openxmlformats.org/officeDocument/2006/relationships/image" Target="/ppt/media/image8.jpeg" Id="R7489156130f94180" /><Relationship Type="http://schemas.openxmlformats.org/officeDocument/2006/relationships/notesSlide" Target="/ppt/notesSlides/notesSlide12.xml" Id="Ree146149dbad42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22b59e5f4884" /><Relationship Type="http://schemas.openxmlformats.org/officeDocument/2006/relationships/image" Target="/ppt/media/image9.jpeg" Id="Raa65bf332d594e5f" /><Relationship Type="http://schemas.openxmlformats.org/officeDocument/2006/relationships/notesSlide" Target="/ppt/notesSlides/notesSlide13.xml" Id="R86ae08dd84a244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060b75ef245bc" /><Relationship Type="http://schemas.openxmlformats.org/officeDocument/2006/relationships/image" Target="/ppt/media/image10.jpeg" Id="Rb6f65eaf72874788" /><Relationship Type="http://schemas.openxmlformats.org/officeDocument/2006/relationships/notesSlide" Target="/ppt/notesSlides/notesSlide14.xml" Id="Re1d2fa190c384d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8cc37c1f24ae0" /><Relationship Type="http://schemas.openxmlformats.org/officeDocument/2006/relationships/image" Target="/ppt/media/image11.jpeg" Id="R22ac70d2b44a4ce7" /><Relationship Type="http://schemas.openxmlformats.org/officeDocument/2006/relationships/notesSlide" Target="/ppt/notesSlides/notesSlide15.xml" Id="R80ce7c5760d14d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7a2795c204d66" /><Relationship Type="http://schemas.openxmlformats.org/officeDocument/2006/relationships/image" Target="/ppt/media/image12.jpeg" Id="Rd5996578feb44fa3" /><Relationship Type="http://schemas.openxmlformats.org/officeDocument/2006/relationships/notesSlide" Target="/ppt/notesSlides/notesSlide16.xml" Id="R88ce7516c7c043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7b9fa691b4c20" /><Relationship Type="http://schemas.openxmlformats.org/officeDocument/2006/relationships/notesSlide" Target="/ppt/notesSlides/notesSlide17.xml" Id="Rc4d841fefba843a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769009af94e8d" /><Relationship Type="http://schemas.openxmlformats.org/officeDocument/2006/relationships/notesSlide" Target="/ppt/notesSlides/notesSlide18.xml" Id="Re2179c02e913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D57353DE-102F-4E5D-9A0F-F7B9FC14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PaiM 데스크톱
화면설계서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8AC0076-0484-48DA-9691-EDEA8DC1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최종 릴리스 기준 · v1.0.6 · 2026.07.30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479F019-CF8E-4B55-9299-33957728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PAIM · 화면설계서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9629F-423B-415A-9A87-B445F2E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0050"/>
            <a:ext cx="11239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9B1E-18C7-4D5C-BA5A-3F0EF1AB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9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최종본</a:t>
            </a:r>
          </a:p>
        </p:txBody>
      </p:sp>
    </p:spTree>
    <p:extLst>
      <p:ext uri="{BB962C8B-B14F-4D97-AF65-F5344CB8AC3E}">
        <p14:creationId xmlns:p14="http://schemas.microsoft.com/office/powerpoint/2010/main" val="857745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5B838-925E-43DB-9BEB-FA46F84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문서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9DC3D-7682-49B6-9E47-69AE976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앱의 화면과 동작을 확인하기 쉽게 정리했습니다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7E294-6558-400E-8F21-9CCEDAC7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FFFE7-1B93-4333-AB0F-6D7EC1E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각 화면의 목적, 여는 방법, 사용 순서, 오류와 권한을 한눈에 확인할 수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5074D-C25D-49B3-B3C9-C94CC7F3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cxnSp>
        <p:nvCxnSpPr>
          <p:cNvPr id="118" name=""/>
          <p:cNvCxnSpPr/>
          <p:nvPr/>
        </p:nvCxnSpPr>
        <p:spPr>
          <a:xfrm xmlns:a="http://schemas.openxmlformats.org/drawingml/2006/main">
            <a:off x="390525" y="247650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D9AA4-66F8-4187-BB2B-508F7725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문서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8D82D-BA88-431E-9B12-487E90C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문서명  PaiM 데스크톱 화면설계서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버전  1.2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기준  데스크톱 앱 v1.0.6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작성일  2026.07.30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DBC4C-2DFA-4EDC-807F-AF2DD671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cxnSp>
        <p:nvCxnSpPr>
          <p:cNvPr id="122" name=""/>
          <p:cNvCxnSpPr/>
          <p:nvPr/>
        </p:nvCxnSpPr>
        <p:spPr>
          <a:xfrm xmlns:a="http://schemas.openxmlformats.org/drawingml/2006/main">
            <a:off x="4210050" y="247650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4907F-523B-414E-98B8-018EB9B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설명 방법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CF9AA-056B-4793-86C5-14C92C2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2420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화면 이름과 여는 방법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실제 앱 화면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번호별 사용 방법과 결과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불러오는 중 · 내용 없음 · 오류 · 권한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4429D-2EF7-4430-A118-C31281C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5262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cxnSp>
        <p:nvCxnSpPr>
          <p:cNvPr id="126" name=""/>
          <p:cNvCxnSpPr/>
          <p:nvPr/>
        </p:nvCxnSpPr>
        <p:spPr>
          <a:xfrm xmlns:a="http://schemas.openxmlformats.org/drawingml/2006/main">
            <a:off x="8029575" y="2476500"/>
            <a:ext cx="3390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6EA62-A384-4EAB-843F-20E330B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667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어떻게 활용하나요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EF689-E7A7-4B1A-914C-EBC31A0B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24200"/>
            <a:ext cx="3333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기능과 실제 앱 화면 비교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사용 순서가 자연스러운지 확인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같은 상태 표현을 여러 화면에서 통일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앱이 바뀌면 문서도 함께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5C959-F6AA-4D7E-B601-60AE62F0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00600"/>
            <a:ext cx="11410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51CDF-1C9D-4709-8C89-F2B3ABB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81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수정 이력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C301C-8EE7-4C13-9FBA-3701863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815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v1.2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2A656-B42A-4166-96F3-CF427C94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81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2026.07.30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F89E0-BC6E-4B86-A851-21B3828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81575"/>
            <a:ext cx="638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실제 v1.0.6 앱 화면으로 교체하고 문구를 쉽게 정리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600075" y="53244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F4FF6-AE65-4E94-B18C-9EB8861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864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645D1-1C09-4504-B0F5-CBAD4690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86400"/>
            <a:ext cx="881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macOS·Windows 데스크톱 / 최소 너비 960px / 어두운·밝은 화면 / 한국어·영어</a:t>
            </a:r>
          </a:p>
        </p:txBody>
      </p:sp>
    </p:spTree>
    <p:extLst>
      <p:ext uri="{BB962C8B-B14F-4D97-AF65-F5344CB8AC3E}">
        <p14:creationId xmlns:p14="http://schemas.microsoft.com/office/powerpoint/2010/main" val="350757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D5A934-25BE-4DED-B87C-CFA1497E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전체 화면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06174-EBE1-42DB-8487-8BFC215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로그인부터 프로젝트 관리까지 한 작업 공간에서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B8EBD-8D15-4220-A47E-5E92051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80ACF-DC3A-4530-A03F-C4E8B92F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앱 시작</a:t>
            </a:r>
          </a:p>
        </p:txBody>
      </p:sp>
      <p:cxnSp>
        <p:nvCxnSpPr>
          <p:cNvPr id="221" name=""/>
          <p:cNvCxnSpPr/>
          <p:nvPr/>
        </p:nvCxnSpPr>
        <p:spPr>
          <a:xfrm xmlns:a="http://schemas.openxmlformats.org/drawingml/2006/main">
            <a:off x="390525" y="184785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6F2D2-20BB-4BCA-A8EF-9800BF0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22383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EC74B-E9A9-490D-8CA8-3108C31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로그인 상태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EFEC-25C7-4ACD-8D6B-5D169DB4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62250"/>
            <a:ext cx="22383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45D54-97DC-4CC0-B770-E5D91D0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FD3F7-CE1C-47E8-94DF-826EF94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22383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6E837-E8CC-41C4-8FF3-F036C20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99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회원가입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F507E-71E6-44BF-9C48-B3E1189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66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작업</a:t>
            </a:r>
          </a:p>
        </p:txBody>
      </p:sp>
      <p:cxnSp>
        <p:nvCxnSpPr>
          <p:cNvPr id="229" name=""/>
          <p:cNvCxnSpPr/>
          <p:nvPr/>
        </p:nvCxnSpPr>
        <p:spPr>
          <a:xfrm xmlns:a="http://schemas.openxmlformats.org/drawingml/2006/main">
            <a:off x="2819400" y="18478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101D9-7CE6-4D40-9246-9C20BD6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3238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C4A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C78DC-793B-43D1-B96A-4E77807E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전체 프로젝트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7BFE3-277F-4F29-9A2A-9238DA9E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62250"/>
            <a:ext cx="3238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C4A4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EC7B7-864A-4481-8217-BABBF9F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241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8A749-4ABB-40EF-9C22-C0F6DCA5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48050"/>
            <a:ext cx="3238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C4A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D37C6-1491-4868-BBE0-E97AFCF5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99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상세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AAC85-BB23-4285-AD20-82729BF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33850"/>
            <a:ext cx="3238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C4A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96152-73C1-412D-A039-4932176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957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채팅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12249-3300-4FF5-972F-9ED4594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</a:p>
        </p:txBody>
      </p:sp>
      <p:cxnSp>
        <p:nvCxnSpPr>
          <p:cNvPr id="239" name=""/>
          <p:cNvCxnSpPr/>
          <p:nvPr/>
        </p:nvCxnSpPr>
        <p:spPr>
          <a:xfrm xmlns:a="http://schemas.openxmlformats.org/drawingml/2006/main">
            <a:off x="6248400" y="1847850"/>
            <a:ext cx="2781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A8F6B-208C-4B8B-98B9-CDEAC82C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781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BC1A1-D7F9-4CB3-9B8C-27624F5D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6AC63-C328-4678-8266-CB0D9D8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781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905F4-36A1-464B-9880-AED0ACF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팀원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0CA81-463F-4F73-9944-3E85FBB6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2781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50A0E-4475-4483-970C-0184AFE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14FCF-B171-4A49-BD2C-BF9DC896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2781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46613-EFB7-4316-8E14-09389376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8336C-E674-4FCD-A2DE-F4A7C206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66850"/>
            <a:ext cx="2581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오른쪽 도구·확인창</a:t>
            </a:r>
          </a:p>
        </p:txBody>
      </p:sp>
      <p:cxnSp>
        <p:nvCxnSpPr>
          <p:cNvPr id="249" name=""/>
          <p:cNvCxnSpPr/>
          <p:nvPr/>
        </p:nvCxnSpPr>
        <p:spPr>
          <a:xfrm xmlns:a="http://schemas.openxmlformats.org/drawingml/2006/main">
            <a:off x="9220200" y="1847850"/>
            <a:ext cx="2581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5AE230-C71E-44E0-8E54-473B4C6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5812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861F3-145B-4E10-95FB-3E9E8E7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2314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메모리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9D3A14-B4D9-4717-B2C1-6C924EDC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25812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3E3CF6-5255-4986-ACF6-B260F71B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314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자료함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71ABB-3B51-4303-A010-6048F30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25812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87903C-A294-49B0-A8D7-495054A1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9975"/>
            <a:ext cx="2314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GitHub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FFF274-8804-490D-B238-C47D3939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33850"/>
            <a:ext cx="258127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C4A4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0A6C26-8C94-4217-9791-9767BC2B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95775"/>
            <a:ext cx="2314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회의 음성 업로드</a:t>
            </a:r>
          </a:p>
        </p:txBody>
      </p:sp>
      <p:cxnSp>
        <p:nvCxnSpPr>
          <p:cNvPr id="258" name=""/>
          <p:cNvCxnSpPr/>
          <p:nvPr/>
        </p:nvCxnSpPr>
        <p:spPr>
          <a:xfrm xmlns:a="http://schemas.openxmlformats.org/drawingml/2006/main">
            <a:off x="1485900" y="5038725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08E758-DE2B-47A0-8215-358316D8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기본 화면 구성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8EF1E-9C79-45AF-A5B3-4792E44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863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왼쪽에서 프로젝트·채팅 선택  +  가운데에서 작업  +  오른쪽에서 메모리·자료·GitHub 확인</a:t>
            </a:r>
          </a:p>
        </p:txBody>
      </p:sp>
    </p:spTree>
    <p:extLst>
      <p:ext uri="{BB962C8B-B14F-4D97-AF65-F5344CB8AC3E}">
        <p14:creationId xmlns:p14="http://schemas.microsoft.com/office/powerpoint/2010/main" val="1338227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1146EB0-583A-4EF7-9607-A4183802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3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EAA2C83-265A-4F75-87B1-DAB0CCD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latin typeface="Apple SD Gothic Neo"/>
                <a:ea typeface="Apple SD Gothic Neo"/>
                <a:cs typeface="Apple SD Gothic Neo"/>
              </a:rPr>
              <a:t>로그인하고 자료를 준비한 뒤, 질문하고 결과를 확인합니다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A6F86B6-9D51-46F7-95ED-0E95C715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5FDA4D3-FCCB-4A35-A53D-01D07F5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9FAC8AA-F46C-47C9-B461-1106451F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1E857E6-CB23-404A-AF46-2AE11B49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1 · 시작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6EAB07B-FFCF-4C0E-8EE3-40A7045A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2 · 자료 준비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0B7CFC7-CCC7-4D34-893E-3F0F753D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3 · 질문·관리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3803CA1-C986-4BB5-BDC1-6CED90E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latin typeface="Apple SD Gothic Neo"/>
                <a:ea typeface="Apple SD Gothic Neo"/>
                <a:cs typeface="Apple SD Gothic Neo"/>
              </a:rPr>
              <a:t>프로젝트 설명과 자료 준비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설명·문서·회의 음성 추가 → 분석 또는 설정 완료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2ED830E-6C02-41E9-8318-ECA6DFC9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latin typeface="Apple SD Gothic Neo"/>
                <a:ea typeface="Apple SD Gothic Neo"/>
                <a:cs typeface="Apple SD Gothic Neo"/>
              </a:rPr>
              <a:t>로그인하고 프로젝트 선택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→ 전체 프로젝트 → 프로젝트 열기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E5F61EB-9AA5-43EA-AA10-20AD488C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latin typeface="Apple SD Gothic Neo"/>
                <a:ea typeface="Apple SD Gothic Neo"/>
                <a:cs typeface="Apple SD Gothic Neo"/>
              </a:rPr>
              <a:t>질문하고 결과 확인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채팅 → 메모리·GitHub 확인 → AI 제안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E7B57-016B-4219-B3CC-63E7B283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14700"/>
            <a:ext cx="79914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1112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A0037-A893-4A40-9808-DED8FA5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공통 화면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A80FD-7A04-408A-A2E3-02656E0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왼쪽에서 찾고, 가운데서 일하고, 오른쪽에서 자료를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899C3-85AA-4004-B659-A12813C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10CFB-6AD5-448F-A386-2E3544FE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62075"/>
            <a:ext cx="79057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02c9514044dc8"/>
          <a:stretch xmlns:a="http://schemas.openxmlformats.org/drawingml/2006/main"/>
        </p:blipFill>
        <p:spPr>
          <a:xfrm xmlns:a="http://schemas.openxmlformats.org/drawingml/2006/main">
            <a:off x="863724" y="1362075"/>
            <a:ext cx="6959352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A56CB-9B5B-44C9-B4F9-F787825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8" y="2397252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0A937-D9F1-455F-A9AE-BDFD4FD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065907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FCB9C-5085-4009-9899-B8016497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933" y="3288792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05BA9-D63E-48FA-82D2-4B7EC2B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3" y="4938141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FBAE4-66FB-4B72-AB39-52B4EA0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76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BC5C1-8C84-4050-B406-9234FEA6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573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프로젝트·채팅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73874-0958-4E21-9BAB-E413BCBA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목록 접기·펼치기, 조절한 너비 기억, 소유자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CB86C-28AF-4DCD-B820-3A35EEC7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70F54-E6A8-4DD7-82C6-E365628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6697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주요 작업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3094C-AE5D-4D61-A1A0-28DCE22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목록·설정·상세·채팅이 가운데에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AE8DA-A05B-4FFD-96D3-5514E518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95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66996-06E2-4C79-BE76-3BB3B9C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7662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도구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46145-E81E-43D1-98A8-62864AD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메모리·자료·GitHub를 열고 접거나 크게 보기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FD59F-C94D-494B-8C3B-FB2F75E3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05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D54FA-6038-4EAA-A853-EB94A84D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86275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입력과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9BB45-EB88-47D7-9D93-0743E6C4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434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파일 첨부, 메시지 보내기, 연결 상태와 작업 안내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C4FB5-C3AE-401D-9525-7D3457D2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76875"/>
            <a:ext cx="29813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034B8-F9D4-4F6C-BB0A-60B484A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638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창 너비 최소 960px  ·  가운데 작업 공간 최소 580px</a:t>
            </a:r>
          </a:p>
        </p:txBody>
      </p:sp>
    </p:spTree>
    <p:extLst>
      <p:ext uri="{BB962C8B-B14F-4D97-AF65-F5344CB8AC3E}">
        <p14:creationId xmlns:p14="http://schemas.microsoft.com/office/powerpoint/2010/main" val="1926326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BCB71-4F6A-446B-8152-3F9D43A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9F26F-D7D0-41E2-916F-B95C707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로그인하거나 새 계정을 만든 뒤 프로젝트 화면으로 이동합니다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5C9A-5B75-4603-A51E-B79BE1A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11E70-5BC2-4C0C-ACCB-43272826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f379127794243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D8F0D-D43B-41CC-B303-554571E7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314134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75DA5-BA01-4BAD-B10C-46D88A8D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35356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1FE9F-4728-4575-A64A-B380147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3886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F169B-2F56-468E-B3C4-26FC89F6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419290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F05F-0350-4833-BDD8-B412138C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1200D-34CD-46B9-982F-CB80294D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로그인·회원가입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E4AFA-B539-4579-A42D-3FE6047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AF532-BC1C-4B69-BB67-11E57AFC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로그인하거나 새 계정을 만든 뒤 프로젝트 목록으로 이동합니다.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2D4BA-E358-4C08-BBB6-682722A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BF58B-2D18-488F-9680-FF80207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정보가 없거나 만료되면 표시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누구나 이용 · 이메일 형식 확인 · 비밀번호 8자 이상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CA064-53A2-4701-9F6D-DAF372A9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1D6A3-A28E-4665-A851-E1886EDD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22371-C7C2-4CDF-9B16-F8D37367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이메일과 비밀번호 입력 → 로그인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5138A-4724-4B82-BB1A-253F4575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1AAC1-FF80-4529-B63A-2BF24917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회원가입 선택 → 이름 입력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D0B72-13FB-44BA-872B-EACBBF89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35033-50FA-4700-A32C-29CBFE57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성공 → 전체 프로젝트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DEF89-A278-4C91-B49C-DB637C2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AD5CC-C79C-4FC3-A9BC-F2226CE5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실패 → 이유를 보여 주고 입력 내용 유지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9C795-009D-4069-B272-8F9A3E2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37A66-53BC-40F4-8189-EADBA78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확인 중 · 입력 가능 · 로그인 중 · 입력 오류 · 서버 오류 · 로그인 만료</a:t>
            </a:r>
          </a:p>
        </p:txBody>
      </p:sp>
    </p:spTree>
    <p:extLst>
      <p:ext uri="{BB962C8B-B14F-4D97-AF65-F5344CB8AC3E}">
        <p14:creationId xmlns:p14="http://schemas.microsoft.com/office/powerpoint/2010/main" val="2018243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D589F-4A9A-4B2E-AD9C-65C469B4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EA168-BBAD-4525-B7A8-4BD25F4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목록에서 진행 상황을 확인하고 원하는 프로젝트를 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5E11F-C765-4557-A7F3-66625C38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0452-B462-4B4D-BB9F-9B8B84A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f852d57994700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B5890-7432-4E99-A6FA-67DAC2F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" y="213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9884B-E8A9-475C-A32F-FFB12B8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330" y="213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B5547-5117-44B0-BE71-8CCECE7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155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323C-92AF-4467-B07A-2EFA5BA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4" y="537591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5498B-935F-4436-ACD6-4E2224DD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61554-6714-4A28-A64B-FC17073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전체 프로젝트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AFAAE-0C53-44A5-AC67-C9F8D5C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A5653-0C63-4A6E-B406-CCAAC8A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팀의 프로젝트를 찾고 진행 상태와 남은 할 일을 비교합니다.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6F114-4168-4670-A09D-36C2129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A3B2E-09D4-427E-81AD-3999315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후 자동으로 열림 · 프로필/설정에서 돌아올 때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로그인한 모든 사용자 · 내가 소유한 프로젝트에만 소유자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61132-2912-48E3-BE79-56D0D6C4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BF8CD-C311-47B8-A231-15CE899D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4F762-6A0F-4287-9D01-C6B488B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검색어 입력 → 맞는 프로젝트만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1B957-9F05-4AC1-97FD-CE9E1D74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61E11-7230-447D-A364-5DA007B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새 프로젝트 만들기 → 프로젝트 시작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D12B4-C802-49F6-9EA0-ABE2BCB5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253FA-F57C-4976-A8EA-2EF5ACE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준비가 끝난 프로젝트 선택 → 상세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AE194-6D89-4CDA-B6DA-B160ADA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008C2-FFE7-4E45-9419-8FE860B1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준비 중인 프로젝트 선택 → 시작 화면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4F064-7026-4859-83E5-2510556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D1B05-1192-47CF-A417-5EF60CCA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불러오는 중 · 불러오기 실패/다시 시도 · 프로젝트 없음 · 검색 결과 없음 · 서버에서 불러온 프로젝트</a:t>
            </a:r>
          </a:p>
        </p:txBody>
      </p:sp>
    </p:spTree>
    <p:extLst>
      <p:ext uri="{BB962C8B-B14F-4D97-AF65-F5344CB8AC3E}">
        <p14:creationId xmlns:p14="http://schemas.microsoft.com/office/powerpoint/2010/main" val="97277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295D3-D537-4644-AB55-D3DB2626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51B64-A32E-45B4-B75C-855E40A1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설명과 자료를 추가한 뒤 프로젝트 분석을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64659-33FD-4227-92FB-8380F016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9B7D4-3010-4717-8811-F4B21689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10ad23f544ba6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C5627-A587-4931-AEF2-D78E92A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129" y="204597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0F074-8626-42DF-A9CD-6B65822F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0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8DBD8-F929-4229-AC34-15B84F74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146" y="44119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34B82-C9FD-4077-A7B7-A9DC2C5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286" y="52882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DBD5D-933C-4FF2-BDFF-F8BCEFFF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03668-3AB6-4729-8A64-6A25647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시작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065DB-54EA-4E4F-9F3B-4DB6BE59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46FF2-2CB9-4FA6-884F-52FE3B8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설명과 자료를 추가하고 분석을 시작하거나 설정을 마칩니다.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4681E-5603-49D3-AB3E-8F69A843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D4CE1-2DD7-4614-B6C1-31A5266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새 프로젝트 또는 준비 중인 프로젝트를 선택할 때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소유자·멤버·관리자는 수정 가능 · 조회자는 보기만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C37B8-54BB-4337-BEF0-08A7E6A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33A23-596E-411C-913A-C41B4DE7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1E600-27B1-4FFD-B3A6-4A10E9A2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설명·자료 추가 → 분석 시작 가능 여부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C0547-8551-465A-97C7-0410E36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3F631-4360-41AE-BF98-4DC669A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파일이나 폴더 → 일반 자료로 업로드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8DBEC-02FF-4C08-8345-F87BB13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C09C3-6ED0-483F-BCC2-AB5377B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회의 음성 한 개 → 날짜 확인창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73F22-8DEA-4435-B1C1-9E9EAF7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7FE658-E630-4683-AB23-4822821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분석 시작 또는 설정 완료 → 상세 화면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96DE1-A255-4E57-ABB8-79EA3EE6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5A964-D7BE-43DD-BECA-32ED8E3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자료 처리 중 · 분석 중 · 실패 · 인터넷 연결 없음 · 수정 권한 없음 · 입력 없음</a:t>
            </a:r>
          </a:p>
        </p:txBody>
      </p:sp>
    </p:spTree>
    <p:extLst>
      <p:ext uri="{BB962C8B-B14F-4D97-AF65-F5344CB8AC3E}">
        <p14:creationId xmlns:p14="http://schemas.microsoft.com/office/powerpoint/2010/main" val="2064996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CB69C-46C7-421F-82AD-9D322C25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29965-67D8-461B-AB3C-C54E585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현황을 확인하고 바로 첫 질문을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8CAAB-0A25-4B05-84C7-C8C07071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CF158-838E-4545-88A4-6268576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8bade3c574c09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FBB83-F5A0-401D-BD97-588B07A5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08" y="19583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3D169-5FCC-49FC-AE9B-96827B0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234" y="29660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FA07-2A9D-4D6D-BF74-00300A48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033" y="37109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3DAC8-6C90-4247-A02A-78178EA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230886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A5493-987F-435A-98C5-BDCB69E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78091-6EAE-4327-B291-990963F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상세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6E141-C080-43BB-AD2E-28C2CE49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1961B-769D-4283-8A9A-34F357A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진행 상태, 다음 할 일, 자료·팀·활동을 보고 새 채팅을 시작합니다.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21FA2-96F6-4D07-A436-0A29F7E0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C3943-4322-45E7-A1A9-B26462A5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준비가 끝난 프로젝트를 선택할 때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모든 팀원 조회 가능 · 소유자만 관리 · 조회자는 입력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33D02-29E9-44D5-9A4B-501F81EC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A82E6-4AFA-4B59-840E-E9F3401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B0AD4-EE4E-46A6-B7CC-EE3713A8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질문 입력 → 새 채팅을 만들고 대화 시작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3B599-F960-41C7-9056-CC2E775B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7D0DF-0CFD-4DCD-9F88-D37A8622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개요·자료·팀·활동 화면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F418E-B91B-468C-BC1F-14365446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3F829-DA38-46B6-A993-070EF52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자료·팀·GitHub 요약 선택 → 자세히 보기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FF33A-4AF9-4BAB-B84A-7D044AD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D35C2-14A2-4CBE-81B4-E962A0B8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관리 선택 → 프로젝트 관리 화면(소유자만)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A9793-D2C2-433E-9AD0-F95082C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154C3-CDFF-4E14-B0FA-20E6502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불러오는 중 · 저장된 정보 표시 안내 · 할 일/자료/팀/활동 없음 · 읽기 전용</a:t>
            </a:r>
          </a:p>
        </p:txBody>
      </p:sp>
    </p:spTree>
    <p:extLst>
      <p:ext uri="{BB962C8B-B14F-4D97-AF65-F5344CB8AC3E}">
        <p14:creationId xmlns:p14="http://schemas.microsoft.com/office/powerpoint/2010/main" val="1724704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C8CEB5-D37D-4051-AB04-1E13866B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2634-2916-414E-B849-FE44A9E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자료를 바탕으로 질문하고 답변과 출처를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C0AF7-6470-4F1C-8900-1DA9617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B5154-29EB-448D-B466-B5B845B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cab9ce4c74fbc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6CB81-C9C6-49DD-898C-C0B14B5D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96" y="213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23D96-1017-46BC-8290-CFD267CA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155" y="309753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5C97B-5BDB-47BC-8CC9-BF2C11AA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155" y="511302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710AF-FFD6-4EA6-BCC7-B9DA39C5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88" y="2790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0B782-CBB0-41A8-A708-D17315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2BF26-0DBB-4C18-9EE6-AC5241A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채팅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C7639-F1B5-422B-8954-6DDB914D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C26A6-CAF8-4FBE-B405-E36E2339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자료와 메모리를 참고해 질문하고 답변, 출처, 진행 상태를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8698B-F986-4055-A456-3B6B5EE5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32441-5425-4F39-BC1B-FDC5850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상세에서 첫 질문 전송 · 왼쪽 채팅 선택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소유자·멤버·관리자는 질문 가능 · 조회자는 보기만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E4F8C-BF73-48DC-85A0-C91BD4EB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F9AB-B35E-45E3-88F2-766B24D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DE1AE-C521-411A-9A07-41CB714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Enter로 전송 · Shift+Enter로 줄바꿈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56EB6-38F3-4C66-8ED4-583F1AF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C5DE9-7D0F-4A20-BB96-7CA2905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문서 첨부 → 이번 질문의 참고 자료로 사용 · 음성은 자료함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580D7-9BF5-4BBC-83F3-9D24C06C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E098F-1765-40B1-ACF2-A3517B9D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답변 생성 멈추기·복사·최신 답변으로 이동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A2B24-255B-4826-9940-56D1D66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8CD3A-372F-4401-B9A6-4A16FE10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오른쪽 도구 → 메모리·자료·GitHub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86650-77C0-40F9-9EC3-37C750FE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4091B-4494-46B0-8829-9E0EE35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대화 없음 · 답변 작성 중 · 답변 표시 준비 · 오류 · 인터넷 연결 없음 · 읽기 전용</a:t>
            </a:r>
          </a:p>
        </p:txBody>
      </p:sp>
    </p:spTree>
    <p:extLst>
      <p:ext uri="{BB962C8B-B14F-4D97-AF65-F5344CB8AC3E}">
        <p14:creationId xmlns:p14="http://schemas.microsoft.com/office/powerpoint/2010/main" val="1571505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D13F4-112B-48CF-A3BA-C5CC2CC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86815-A014-4DC5-A19E-C94785B9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회의 음성을 올리고 글로 바뀌는 진행 상태를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B7659-DBD5-40D7-8897-83AE2D3C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E284-4C00-40BA-A82D-C7746D0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e37972bec4006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80089-6401-44E3-9A2E-CEAA8665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790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00BE8-899F-4554-85D7-824D7E3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129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5BEE-67B7-42A0-A534-E04992E6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401764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990A9-50DF-4645-9A52-8862CB6C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51" y="47186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1720C-8B98-44E0-A868-8A9DB4A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C06F8-BC22-4EB6-B544-A2D035AD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회의 음성 업로드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905F9-9612-4C7C-AF01-0BD87BE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49D33-4C80-43FB-8F30-802273B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일반 문서와 회의 음성을 나눠 올리고 음성이 언제 처리됐는지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3C231-BC1B-45FA-867E-26F79D69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64BD3-A8AC-47A9-B25B-5D7BC0A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자료함에서 음성 파일 1개 선택 또는 끌어 놓기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자료 추가 권한 · mp3/mp4/m4a/wav/aac/ac3/ogg/flac · 최대 25MB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D3DC5-D486-407C-B2DF-622AC49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499B2-5FA0-467D-B17A-84A377B6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8BC0D-EED8-4DB9-8B31-CE13418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일반 문서 → 일반 자료로 업로드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CAEBF-ADEA-410B-A1C6-FE4D1FB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3169A-0BD9-4F98-B80C-EF517D0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회의 음성 → 날짜 확인 후 글 변환 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8872B-2BF7-4CC4-A07E-36FAF51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76C2C-86A3-4C65-82A3-C6066D8A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처리 중 또는 지연 → 상태 새로고침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B7333-5AFF-4F7B-9C7A-1F08302B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31939-C335-4771-89BB-ECF6F23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처리 완료 → 자료 목록과 프로젝트 메모리 갱신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EFBEB-8AA6-426B-8FDC-77D59E7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C135E-C40B-4558-BE5C-397F9499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글 변환 중 · 처리 지연 · 실패와 이유 · 분석 완료 · 인터넷 연결이 없으면 시작 불가</a:t>
            </a:r>
          </a:p>
        </p:txBody>
      </p:sp>
    </p:spTree>
    <p:extLst>
      <p:ext uri="{BB962C8B-B14F-4D97-AF65-F5344CB8AC3E}">
        <p14:creationId xmlns:p14="http://schemas.microsoft.com/office/powerpoint/2010/main" val="2056830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476BB-FA6D-4FFB-8FE1-6AF8A215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7EF3-811F-43F7-95DA-0ECA76B9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AI가 정리한 할 일과 결정을 확인하고 직접 승인합니다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12DAF-4BD9-4C2D-9A13-CBB03B9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20B5E-3320-428D-BD91-CD0427F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9156130f94180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71B60-109A-4690-9603-31F07EC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365" y="213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2F24C-75ED-4E8E-B15C-510062C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05" y="213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5C93A-2E89-434E-94ED-CF4C89FF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006" y="38423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1543D-D6DD-45EC-AB49-55D0DFB6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1476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7A90D-A53C-4482-A1EC-A6FC0505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72395-FA67-4336-9350-3D3F93D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메모리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B1BF4-DA54-48AB-9D86-A409AF2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CCB30-E84F-4552-AD23-C66D8DEE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할 일·결정·문제·위험 요소를 한눈에 보고 AI의 완료 제안을 승인하거나 거절합니다.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BABC4-02E3-4228-88E6-0C569A8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F777E-FBD5-46A2-ADAF-174497D8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상세·채팅·관리 화면에서 오른쪽 메모리 열기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모두 조회 가능 · 소유자·멤버·관리자는 수정 가능 · 조회자는 보기만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81D59-54E5-4E3E-A3FE-B60442A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852BC-0CE3-4692-89CF-1B129339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D2738-0D54-42F3-8208-4D54A813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할 일·결정·문제·위험과 완료율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1BBCE-26E5-4670-A571-10FF0D16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09706-E6A6-4033-807E-BE0C2413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AI 제안과 근거 확인 → 승인 또는 거절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9B1B0-FC04-479B-BC73-4D2C78F1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1453E-2D3F-491D-A929-284C6E2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크게 보기 → 추가·수정·순서 변경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1B50B-5404-4A1D-90BF-E6234DA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4104C-D84D-4848-ADCD-81E61284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완료한 할 일을 한꺼번에 삭제 → 두 번 확인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AFC90-64D6-47E3-9CD0-6A09CBD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8E194-8ED4-4D09-93B3-42973FA5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준비 안 됨 · 불러오는 중 · 오류/다시 시도 · 내용 없음 · 처리 중/완료 · 일부 실패</a:t>
            </a:r>
          </a:p>
        </p:txBody>
      </p:sp>
    </p:spTree>
    <p:extLst>
      <p:ext uri="{BB962C8B-B14F-4D97-AF65-F5344CB8AC3E}">
        <p14:creationId xmlns:p14="http://schemas.microsoft.com/office/powerpoint/2010/main" val="1804240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5F7F4-365E-4F4A-9A6F-BABEE13A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05AC1-E4C0-4475-A33A-45DBBF0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GitHub 저장소를 연결하고 최신 변경 내용을 가져옵니다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F1711-9FB0-4F23-A94F-9F93D50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F8714-E51D-4FC3-94E7-6146CF5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5bf332d594e5f"/>
          <a:stretch xmlns:a="http://schemas.openxmlformats.org/drawingml/2006/main"/>
        </p:blipFill>
        <p:spPr>
          <a:xfrm xmlns:a="http://schemas.openxmlformats.org/drawingml/2006/main" flipH="0" flipV="0">
            <a:off x="470768" y="1381125"/>
            <a:ext cx="6840389" cy="43815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54A95-40C1-4C6D-8899-E312BF2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954" y="239649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0A0F6-37E2-406F-8F51-3AE30606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479" y="274701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D5CFD-0D52-41B9-80A2-5B42FCD2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243" y="340423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9E767-8429-4103-9A7B-83B4A0F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531" y="1476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71FA7-15B4-4DEE-8BC3-73B96B27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A94F3-0526-4415-AEE6-94DC33A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GitHub 연결 후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48502-32F1-49DB-9057-790F66D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73F24-A16F-4CED-B457-FF31D8ED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GitHub 저장소를 연결해 코드 변경, 검토 요청(PR), 이슈를 프로젝트와 함께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6B05F-991B-492A-B821-80BB0976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08169-EEEB-4882-AF76-FF33C58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상세 또는 관리 화면에서 GitHub 열기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모두 조회 가능 · 소유자만 연결·최신 내용 가져오기·연결 해제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96C0A-29EB-4DB1-B138-FC2D935E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EDB87-DCB2-406B-93D7-3D241C3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7687B-9C03-4644-8C3E-42C05E2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GitHub 로그인·설치 승인 → 저장소 목록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F6693-6C00-4310-85BC-254A557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4E8CF-54E1-4854-98BC-921CE2B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저장소 검색·선택 → 프로젝트에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FE831-8F4E-47D9-8B09-7C4C3EA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171EE-8C01-4EA4-A51B-F63C29EE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최신 내용 가져오기 → 코드 변경·검토 요청·이슈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C2A29-9C91-4F27-8811-2C9D861A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6FF07-0839-46C6-9F0B-7937389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저장소 메뉴 → 연결 해제 두 번 확인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2F278-A004-4709-945E-549EEF4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37645-6036-4B8F-AFA3-4538079D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연결 안 됨 · 로그인 중 · 저장소 선택 · 연결됨 · 최신 내용 가져오는 중 · 지연 · 실패/다시 시도</a:t>
            </a:r>
          </a:p>
        </p:txBody>
      </p:sp>
    </p:spTree>
    <p:extLst>
      <p:ext uri="{BB962C8B-B14F-4D97-AF65-F5344CB8AC3E}">
        <p14:creationId xmlns:p14="http://schemas.microsoft.com/office/powerpoint/2010/main" val="17379117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6ED2CB-549D-4951-85C8-54DA6405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F8395-5AF7-492A-B09F-11D2F87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팀원을 확인하고 소유자와 멤버의 권한을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34C73-31D0-4ECB-82B1-D9EA1DD2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D6F1E-28C8-403A-8861-2164BBB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65eaf72874788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9C044-BE6B-491F-A780-F5F9FE7A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164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234CA-5795-4F45-8A51-DDC543D7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374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5A0EE-9074-4842-83BC-E158A48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0631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12622-3202-4257-8879-DB23C77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05" y="493776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F9564-21A6-4C6E-A0AD-CD055FA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EDEB5-EA76-4E2F-9612-019ECE47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팀원·권한 관리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E493-EFF3-4440-A69D-D4FB701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06FFE-1FA4-4230-958B-60790F49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팀원과 역할을 확인하고, 소유자는 멤버를 관리하며 멤버는 프로젝트 작업에 참여합니다.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16C18-240E-43C2-81EA-F95E288F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역할별로 무엇을 할 수 있나요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74F36-035F-4AFF-BAF4-FC688B0E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소유자(Owner): 멤버 추가·권한 변경·제외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멤버(Member)·관리자: 자료·채팅·메모리 작업과 본인 탈퇴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조회자(Viewer): 보기만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ADBA3-24FC-4FAF-9931-E565819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F6390-B6E5-440E-B5FE-BC8B8347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10C8D-0A17-49E7-80BD-DC791A3D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팀원 관리 화면 열기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07C6A-4B31-4675-8CF6-88479A85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72150-4921-4BB1-A7B9-CB60C40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이메일과 역할 입력 → 멤버 추가(소유자만)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B0BAE-8B94-40F1-8335-77E93B88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766FA-4C87-47F7-9C3D-3EA717B9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권한 변경·멤버 제외(소유자만)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9BB3D-18CD-4269-BDA9-6FB70DD0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3E9A2-9ADE-4E90-882D-FAE7BEA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멤버는 본인 탈퇴 → 전체 프로젝트 화면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CC23A-10ED-46B1-819D-A484875D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28084-2DAE-4F0A-A36A-66122867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불러오는 중 · 오류/다시 시도 · 팀원 없음 · 작업 완료 안내 · 변경 확인 · 읽기 전용</a:t>
            </a:r>
          </a:p>
        </p:txBody>
      </p:sp>
    </p:spTree>
    <p:extLst>
      <p:ext uri="{BB962C8B-B14F-4D97-AF65-F5344CB8AC3E}">
        <p14:creationId xmlns:p14="http://schemas.microsoft.com/office/powerpoint/2010/main" val="5790539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79105-B8C2-443C-85D6-FB37AF0A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73A37-9FD0-4FA4-93F1-C225F593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소유자는 프로젝트 설정·연결·권한·삭제를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D4339-6140-4190-8CEA-8E64728E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8DA87-C116-4BB8-95A2-D44D5CE6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c70d2b44a4ce7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AF94C-DF47-4FE6-A482-60CD6E97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954" y="239649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27627-2152-472A-855A-D75EBB8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99" y="357949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AC6B6-3C65-40AC-A0F7-A378A99D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199" y="4543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815CE-4B38-479F-A62C-44073ED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05" y="239649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EB74C-A1F2-4400-9B7D-B71DBC6B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73AB9-DE81-4918-B457-770D328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프로젝트 관리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C55DB-ED2D-4BF2-840F-D616B230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8F139-A5E3-4D6D-BF76-DDDC496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이름과 설명, GitHub 연결, 멤버 권한, 영구 삭제를 한곳에서 관리합니다.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08040-D323-4B57-9346-33EAA3C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8A6EB-5FAD-4558-87F4-417E534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상세의 관리 버튼에서 열기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소유자(Owner)만 이용 · 관리 권한이 없어지면 상세 화면으로 돌아감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062D9-8F6C-4042-B3BC-C7AE2002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6B0C2-0EF9-4110-B499-8ADB742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6F675-D2FE-4DA5-A655-794D03F0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일반 → 프로젝트 이름과 설명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34036-B430-4AC3-9E96-BD41431A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37C00-44F7-4EF4-A9BB-828268BC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GitHub → 연결 화면 열기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03705-69AB-4112-B505-A042C27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67697-753C-4BDB-8A33-E79B6012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멤버 및 권한 → 팀원 관리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B0613-0873-49A6-85DC-CCF34845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93333-9A98-45D5-8037-47B3B2D0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위험 구역 → 두 번 확인한 뒤 영구 삭제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4D683-29B8-4658-ACD4-27B22571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D627F-5EE9-41B2-AAFD-0FE191AD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저장 중 · 바뀐 내용 없음 · 관리 권한 없음 · 삭제 확인 · 서버 오류</a:t>
            </a:r>
          </a:p>
        </p:txBody>
      </p:sp>
    </p:spTree>
    <p:extLst>
      <p:ext uri="{BB962C8B-B14F-4D97-AF65-F5344CB8AC3E}">
        <p14:creationId xmlns:p14="http://schemas.microsoft.com/office/powerpoint/2010/main" val="6726878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250BF-0CD4-4B19-8E3D-D5E6A764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742B6-51A8-460E-B76B-478EBFE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내 계정과 앱 사용 환경을 확인하고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5E9CD-2D4D-4DCB-94AB-D801239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781B3-F694-484D-B8AD-8205B7E2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7000875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7171A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96578feb44fa3"/>
          <a:stretch xmlns:a="http://schemas.openxmlformats.org/drawingml/2006/main"/>
        </p:blipFill>
        <p:spPr>
          <a:xfrm xmlns:a="http://schemas.openxmlformats.org/drawingml/2006/main">
            <a:off x="470768" y="1381125"/>
            <a:ext cx="6840389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6EDA8-B862-4F6B-97D7-67825BFA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304" y="178308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89122-A203-4BC3-B6AF-79D32B1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339" y="252793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06531-006E-4EE4-8ED3-B429CA0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348" y="318516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BB0C4-8CF4-48B7-BBD4-F85E945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383" y="506920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EB3A4-EEAB-4966-9F6B-72FA1626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81125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2F05B-8F31-4645-B654-9AFF5D5A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프로필·설정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A0FDB-0A12-40C4-8C7E-2CC2C30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이 화면에서 하는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E7AFF-1DBE-49D0-9638-FBD7DDA1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4067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계정과 서버 상태를 확인하고 화면 모양, 크기, 언어, 서버 주소, 제안 기준을 바꿉니다.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CFF85-01E8-4CC0-AF5F-D75A204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406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언제 열리고 누가 쓰나요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9803D-F055-4DFD-B858-FB07734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4067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왼쪽 아래 계정 메뉴에서 프로필 또는 설정 선택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모든 사용자 · 접속 서버 변경은 두 번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B4A7B-3FDB-4CEC-AF65-C3A76545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사용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2543B-4BA7-43D7-AFBB-44C4C2F9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33042-E852-4F47-8BDF-6011224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프로필 → 계정·가입일·접속 서버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D30EB-CA2E-46AC-8989-3787D39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86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0107A-04A5-48A0-962E-8D10653C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화면 모양·크기·언어를 바로 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A13C6-32C0-4668-A656-5DEBDF49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EABE8-29B6-4250-9FE7-8107D1B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서버 연결 상태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74DD0-1FDA-4EE2-9C66-163BB64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05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3C7CA-C3FE-44A2-B599-FFDAC8E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705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접속 서버 변경·설정 초기화 → 두 번 확인</a:t>
            </a:r>
          </a:p>
        </p:txBody>
      </p:sp>
      <p:cxnSp>
        <p:nvCxnSpPr>
          <p:cNvPr id="156" name=""/>
          <p:cNvCxnSpPr/>
          <p:nvPr/>
        </p:nvCxnSpPr>
        <p:spPr>
          <a:xfrm xmlns:a="http://schemas.openxmlformats.org/drawingml/2006/main">
            <a:off x="7734300" y="5753100"/>
            <a:ext cx="4067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F361E-AD9E-44C8-9AC2-6FB30F8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867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1730D-2712-4F82-9E87-E783267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85787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서버 확인 중 · 연결 성공 · 연결 실패 · 인터넷 연결 없음 · 앱 다시 시작 안내</a:t>
            </a:r>
          </a:p>
        </p:txBody>
      </p:sp>
    </p:spTree>
    <p:extLst>
      <p:ext uri="{BB962C8B-B14F-4D97-AF65-F5344CB8AC3E}">
        <p14:creationId xmlns:p14="http://schemas.microsoft.com/office/powerpoint/2010/main" val="2783666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53F7E6-A637-4778-A2A7-2242C034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상태별 화면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F2748-9C70-42A3-BEDA-5005600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문제가 생겨도 이유와 해결 방법을 함께 보여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C32A-51E6-4EC1-9F45-0324DC4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B0D7C-93E9-4999-BB37-A2ECB4B2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F201B-3EDF-45E1-8D97-CF54353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001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화면에 보이는 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0731C-F8AB-4D1A-A29C-2094EFCB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0175"/>
            <a:ext cx="3038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다음에 할 수 있는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1D821-8DF2-4113-B9BE-6058F96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001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나오는 화면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390525" y="17526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11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C735A-7F7B-4F29-834C-B84684FB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F5F4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35195-B335-47E9-B990-5F850932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불러오는 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67920-39A1-4FAF-A882-9C24AE00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764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진행 표시와 안내 문구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F329D-CCCA-4AA1-B568-E308FB3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7645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같은 요청을 다시 보내지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48F02-CCBE-430C-A944-E3CBF56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76450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로그인 · 목록 · 상세 · 오른쪽 도구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F2036-05C1-41FB-9501-B87F7EDB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66975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E8617-C85F-4483-BF6E-3020C3A7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내용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37660-0B58-4E90-A48D-0FE7F93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비어 있는 이유와 시작 방법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6F41A-BA8E-4CFF-9CAB-DB9B0CA8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3842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만들기 · 추가 ·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F316A-A94A-4CA6-A5AA-387CEAC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38425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· 자료 · 메모리 · 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9BE8B-5EBE-4D23-BBB0-EA6ABB1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F5F4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995D5-ED46-44E4-8A71-F4D7BEF6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인터넷 연결 없음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8B898-0046-4145-9291-1FBD6354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004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저장된 내용 유지와 제한 안내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795D8-E812-4B6B-BE50-AB8F6C61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040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인터넷 다시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87A65-009F-435F-82FC-F3B936BB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작업공간 전체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2F1C7-730E-428A-A034-4D5342F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90925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6C4FF-2BBB-4782-9509-0A5EA299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오류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272E5-7E08-49CB-BB6E-3014A1D4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62375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해당 위치나 화면 위쪽에 원인 안내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A34D6-3160-4441-B1F5-664D781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6237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다시 시도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6B34C-468A-418B-B7BC-FE1E907F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서버 조회 · 저장 · 최신 내용 가져오기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DE518-A56B-4FAA-8D14-B1C9DF70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F5F4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A6AB3-51E1-4B64-82C1-087591A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처리 지연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68CB87-AA59-4CE8-ABEB-A2D384C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243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실패와 구분해 늦어지고 있음을 안내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988E4-1336-4C57-9DAA-4B76001D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435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상태 새로고침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40825-4395-42C1-B3CA-347616B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회의 음성 · GitHub 최신 내용 가져오기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8AA59-5305-4D56-A752-E84A157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14875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B7D031-8262-4629-AE3B-6C301B19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863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권한 제한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43AAD-FFA0-4FB8-BDCE-0F55CB7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86325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버튼을 숨기거나 보기만 가능한 이유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175444-738F-4E32-810A-13A72E12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8632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권한이 있는 사람 안내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671176-B20E-4C4A-862D-E7AA580A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86325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조회자 · 멤버 · 소유자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ED5CB9-D360-4EBF-B730-2C39D5B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11410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F5F4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85BD71-298D-4938-94E6-7C75E80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48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38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삭제·초기화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E0B69-7FAC-4A05-8C47-C58078E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483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결과를 알려 주고 두 번 확인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1CCDBA-4872-4243-AA0B-E1EDEB5F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취소 또는 다시 실행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6F0BC8-60BD-4A95-BC88-FDEA2DE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48300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프로젝트 · 채팅 · 자료 · 메모리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3AD037-9EB1-415B-A4A3-2A83145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81700"/>
            <a:ext cx="114109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EFE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C3B729-BD8E-4B93-B03F-69146637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57900"/>
            <a:ext cx="11029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확인 기준  ·  오류가 나면 이유나 해결 방법이 보여야 하고, 조회자에게는 사용할 수 없는 이유를 알려야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851265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7ED281-24F6-43AC-AA93-29E291E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화면 목록과 관리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6518F-893A-4251-8551-E657106C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화면 이름을 기준으로 문서와 앱을 함께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44D97-5E74-4D85-8C92-33076D3F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E929A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D29CF-4C1F-4DA7-B1CB-F14BA03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9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주요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58B58-E904-4B9F-86E8-7506CA1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39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도구·확인창</a:t>
            </a:r>
          </a:p>
        </p:txBody>
      </p:sp>
      <p:cxnSp>
        <p:nvCxnSpPr>
          <p:cNvPr id="241" name=""/>
          <p:cNvCxnSpPr/>
          <p:nvPr/>
        </p:nvCxnSpPr>
        <p:spPr>
          <a:xfrm xmlns:a="http://schemas.openxmlformats.org/drawingml/2006/main">
            <a:off x="390525" y="18192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01BFD-8155-42C8-BD83-DCDE564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C4161-C4C3-4B5D-82CE-554F2C3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4310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앱 시작·로그인 확인</a:t>
            </a:r>
          </a:p>
        </p:txBody>
      </p:sp>
      <p:cxnSp>
        <p:nvCxnSpPr>
          <p:cNvPr id="244" name=""/>
          <p:cNvCxnSpPr/>
          <p:nvPr/>
        </p:nvCxnSpPr>
        <p:spPr>
          <a:xfrm xmlns:a="http://schemas.openxmlformats.org/drawingml/2006/main">
            <a:off x="390525" y="2295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6CA1E-57B9-4F92-B25B-85CB02E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193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3B135-B80E-4CC7-899E-BB45E65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1935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로그인·회원가입</a:t>
            </a:r>
          </a:p>
        </p:txBody>
      </p:sp>
      <p:cxnSp>
        <p:nvCxnSpPr>
          <p:cNvPr id="247" name=""/>
          <p:cNvCxnSpPr/>
          <p:nvPr/>
        </p:nvCxnSpPr>
        <p:spPr>
          <a:xfrm xmlns:a="http://schemas.openxmlformats.org/drawingml/2006/main">
            <a:off x="390525" y="27717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BA326-90C7-458B-BEA8-0AF71046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95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A2298-A85F-44FD-95C0-CC4ECEE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전체 프로젝트</a:t>
            </a:r>
          </a:p>
        </p:txBody>
      </p:sp>
      <p:cxnSp>
        <p:nvCxnSpPr>
          <p:cNvPr id="250" name=""/>
          <p:cNvCxnSpPr/>
          <p:nvPr/>
        </p:nvCxnSpPr>
        <p:spPr>
          <a:xfrm xmlns:a="http://schemas.openxmlformats.org/drawingml/2006/main">
            <a:off x="390525" y="32480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11378-9D50-4B61-99E1-5F27657F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718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CDEAB-DFB3-4542-A727-D31F93B0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7185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시작</a:t>
            </a:r>
          </a:p>
        </p:txBody>
      </p:sp>
      <p:cxnSp>
        <p:nvCxnSpPr>
          <p:cNvPr id="253" name=""/>
          <p:cNvCxnSpPr/>
          <p:nvPr/>
        </p:nvCxnSpPr>
        <p:spPr>
          <a:xfrm xmlns:a="http://schemas.openxmlformats.org/drawingml/2006/main">
            <a:off x="390525" y="37242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7AC84-13A7-4F1B-B62C-72ED0F87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48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2E0C2-E979-4B86-AF13-4EA37EE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4810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상세·개요·자료·팀·활동</a:t>
            </a:r>
          </a:p>
        </p:txBody>
      </p:sp>
      <p:cxnSp>
        <p:nvCxnSpPr>
          <p:cNvPr id="256" name=""/>
          <p:cNvCxnSpPr/>
          <p:nvPr/>
        </p:nvCxnSpPr>
        <p:spPr>
          <a:xfrm xmlns:a="http://schemas.openxmlformats.org/drawingml/2006/main">
            <a:off x="390525" y="42005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47397-894F-4CC8-ABB9-7EDDA621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7648-7B2F-45BB-9857-080E34D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2435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채팅</a:t>
            </a:r>
          </a:p>
        </p:txBody>
      </p:sp>
      <p:cxnSp>
        <p:nvCxnSpPr>
          <p:cNvPr id="259" name=""/>
          <p:cNvCxnSpPr/>
          <p:nvPr/>
        </p:nvCxnSpPr>
        <p:spPr>
          <a:xfrm xmlns:a="http://schemas.openxmlformats.org/drawingml/2006/main">
            <a:off x="390525" y="46767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DA1FB-D3B8-4768-96F8-7FC006F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00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85387-E11B-4E59-A678-2DC05F3B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프로젝트·팀원 관리</a:t>
            </a:r>
          </a:p>
        </p:txBody>
      </p:sp>
      <p:cxnSp>
        <p:nvCxnSpPr>
          <p:cNvPr id="262" name=""/>
          <p:cNvCxnSpPr/>
          <p:nvPr/>
        </p:nvCxnSpPr>
        <p:spPr>
          <a:xfrm xmlns:a="http://schemas.openxmlformats.org/drawingml/2006/main">
            <a:off x="390525" y="515302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F07EC-1A78-4610-A6CF-1A5E5F30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768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DC879-9139-4CF3-9F39-AADEA71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76850"/>
            <a:ext cx="3590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프로필·설정</a:t>
            </a:r>
          </a:p>
        </p:txBody>
      </p:sp>
      <p:cxnSp>
        <p:nvCxnSpPr>
          <p:cNvPr id="265" name=""/>
          <p:cNvCxnSpPr/>
          <p:nvPr/>
        </p:nvCxnSpPr>
        <p:spPr>
          <a:xfrm xmlns:a="http://schemas.openxmlformats.org/drawingml/2006/main">
            <a:off x="390525" y="5629275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cxnSp>
        <p:nvCxnSpPr>
          <p:cNvPr id="266" name=""/>
          <p:cNvCxnSpPr/>
          <p:nvPr/>
        </p:nvCxnSpPr>
        <p:spPr>
          <a:xfrm xmlns:a="http://schemas.openxmlformats.org/drawingml/2006/main">
            <a:off x="6200775" y="181927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D6D554-0466-4D8E-84C9-FE0CC50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43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132C73-A455-4943-92C0-5B45F45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도구 열기</a:t>
            </a:r>
          </a:p>
        </p:txBody>
      </p:sp>
      <p:cxnSp>
        <p:nvCxnSpPr>
          <p:cNvPr id="269" name=""/>
          <p:cNvCxnSpPr/>
          <p:nvPr/>
        </p:nvCxnSpPr>
        <p:spPr>
          <a:xfrm xmlns:a="http://schemas.openxmlformats.org/drawingml/2006/main">
            <a:off x="6200775" y="229552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EA91EE-A84F-4DB4-AD20-C0FB1C1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193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E1E058-FAF5-457D-83A6-8A1DB1C5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프로젝트 메모리</a:t>
            </a:r>
          </a:p>
        </p:txBody>
      </p:sp>
      <p:cxnSp>
        <p:nvCxnSpPr>
          <p:cNvPr id="272" name=""/>
          <p:cNvCxnSpPr/>
          <p:nvPr/>
        </p:nvCxnSpPr>
        <p:spPr>
          <a:xfrm xmlns:a="http://schemas.openxmlformats.org/drawingml/2006/main">
            <a:off x="6200775" y="277177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CF6418-8383-46AB-B192-1666E4F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956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913528-D776-4177-A72B-042A382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자료함 · 파일 미리보기</a:t>
            </a:r>
          </a:p>
        </p:txBody>
      </p:sp>
      <p:cxnSp>
        <p:nvCxnSpPr>
          <p:cNvPr id="275" name=""/>
          <p:cNvCxnSpPr/>
          <p:nvPr/>
        </p:nvCxnSpPr>
        <p:spPr>
          <a:xfrm xmlns:a="http://schemas.openxmlformats.org/drawingml/2006/main">
            <a:off x="6200775" y="324802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BC1E8B-0119-4551-BBE2-4B4A2A1A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718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7340CF-1863-4C70-A099-C2E0CED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GitHub 연결·최신 내용 가져오기</a:t>
            </a:r>
          </a:p>
        </p:txBody>
      </p:sp>
      <p:cxnSp>
        <p:nvCxnSpPr>
          <p:cNvPr id="278" name=""/>
          <p:cNvCxnSpPr/>
          <p:nvPr/>
        </p:nvCxnSpPr>
        <p:spPr>
          <a:xfrm xmlns:a="http://schemas.openxmlformats.org/drawingml/2006/main">
            <a:off x="6200775" y="372427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3B78C9-294B-446E-9D49-4CF3963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481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AFDCE0-24C0-4A05-9D1A-D649D977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4810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회의 음성 업로드</a:t>
            </a:r>
          </a:p>
        </p:txBody>
      </p:sp>
      <p:cxnSp>
        <p:nvCxnSpPr>
          <p:cNvPr id="281" name=""/>
          <p:cNvCxnSpPr/>
          <p:nvPr/>
        </p:nvCxnSpPr>
        <p:spPr>
          <a:xfrm xmlns:a="http://schemas.openxmlformats.org/drawingml/2006/main">
            <a:off x="6200775" y="420052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ADF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48699B-3501-4C9B-B9C4-93A5F722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24375"/>
            <a:ext cx="5600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4F7"/>
          </a:solidFill>
          <a:ln xmlns:a="http://schemas.openxmlformats.org/drawingml/2006/main" w="9525">
            <a:solidFill>
              <a:srgbClr val="D9DA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FDF927-17E2-49D5-9E43-812DCFD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14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114"/>
                </a:solidFill>
                <a:latin typeface="Apple SD Gothic Neo"/>
                <a:ea typeface="Apple SD Gothic Neo"/>
                <a:cs typeface="Apple SD Gothic Neo"/>
              </a:rPr>
              <a:t>수정 기준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F71E36-6D71-40AE-AA9E-F7645353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67300"/>
            <a:ext cx="497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1. 화면이 추가되거나 사라지면 목록 수정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2. 여는 방법·권한·상태가 바뀌면 해당 설명 수정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C6068"/>
                </a:solidFill>
                <a:latin typeface="Apple SD Gothic Neo"/>
                <a:ea typeface="Apple SD Gothic Neo"/>
                <a:cs typeface="Apple SD Gothic Neo"/>
              </a:rPr>
              <a:t>3. 앱 배포 버전과 문서 수정 날짜를 함께 기록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B78E93-780B-42BE-A40C-7C56E17B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53125"/>
            <a:ext cx="114109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08E951-B1BF-44B3-969F-BE974B7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 기준  ·  기본 화면, 내용 없음, 오류, 권한 안내가 실제 앱과 같으면 최종 확인이 끝납니다.</a:t>
            </a:r>
          </a:p>
        </p:txBody>
      </p:sp>
    </p:spTree>
    <p:extLst>
      <p:ext uri="{BB962C8B-B14F-4D97-AF65-F5344CB8AC3E}">
        <p14:creationId xmlns:p14="http://schemas.microsoft.com/office/powerpoint/2010/main" val="830065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2026-07-30T11:09:17.5290000Z</dcterms:created>
  <dcterms:modified xsi:type="dcterms:W3CDTF">2026-07-30T11:09:17.5290000Z</dcterms:modified>
</coreProperties>
</file>